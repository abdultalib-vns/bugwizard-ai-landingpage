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D15"/>
    <a:srgbClr val="0E1119"/>
    <a:srgbClr val="161327"/>
    <a:srgbClr val="141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984B-20C5-D313-AB04-C39D522CA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6F980-0971-F12F-2429-0EC06567D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E1950-2F7C-A3FC-49BA-158A549C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8B8C5-A90B-01F8-95E3-499791A4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88DDA-F90D-5F14-FF8A-1C6F377D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943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20EE-52C4-96ED-D070-ABC9DF50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02F7-3736-2FFC-48AE-C1064B0F8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43F3F-F7F3-C281-7144-D051B74B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9EE51-76A1-ABC8-6722-48E6E4FE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3DA3D-6688-1785-C5A4-18C1D70D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5174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03B7-D705-D9C6-29D6-6C8FA2B6E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1DBA-7F79-0616-5421-C5214F09E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DBB60-FD41-4DEC-662A-C6CBFE6EA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22B7C-92C9-19F2-0CB7-D6D337A0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BA7AC-1C38-D032-B877-4CDDD43C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698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32CE-2343-EBB6-96C7-4CA264D4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7A337-9A6F-08E7-D1E8-D27E2E592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3D49F-A731-4CD4-3DA7-3ADA48410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41E96-2935-168B-B2C6-34CB4C96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49E42-9540-CB8F-C30B-2788E4CF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E515D-9CCB-DF94-AE73-D06BBF02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902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411B-7E8D-ADEC-856E-01983220F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A4BD2-E84C-DFE7-80DD-9908D5ABA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3E505-ADAA-4DBA-2069-CE55590BF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282C03-8A56-AB7F-2D9E-64FE019FE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7650F-BBC8-A902-78E0-28C1AB6725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9B1E4D-26AC-7C29-9E39-1AB09828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50BE5-946B-9CD2-A255-CB90D6F3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4527C5-2AE2-3ACA-C075-BC020DD9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741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0A81A-7EB0-8B66-990A-78CB251B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20FE5-E098-F656-7ADA-0AD75D0E6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A4D63-409D-A4AB-B602-D22675CE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0C189-6452-E3F5-350C-268A3D8E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584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68D4D-26F9-5C2D-1FD7-25988D377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1EE57A-E559-0D68-E7D8-416B419FA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F4C40-0259-E33E-51F4-AA25C576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151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B254-74E5-A7EE-48CF-29B045ED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4766F-A2CC-8BF6-A9EF-C8E549F37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18C96-DCAD-9B37-6685-F3C53246A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67ACE-E8C2-9554-F962-497959367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2A2AB-0021-59C5-1D30-7F63743B8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07819-60C0-D6C7-5D6F-EE8D5A99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1039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BA34-6D72-526E-C3A1-081C610A1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6DF74C-2980-31F2-DD47-77F95BD64B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2C669-43CA-F7CB-A086-1C228A45B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D09E0-C2CE-28A3-6B91-6C19178A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C305C-0EB1-19B8-457A-1FEC9ABF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03D1C-9274-6894-E000-1E6B873EE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033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5D26-05EF-1208-1F5C-AE4FEEAF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99859-2091-5030-1C2A-6CD037EFC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704CF-1898-9C14-40A6-0F548AEB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C1BB6-6855-8269-E2E5-752C5179A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56E9E-B873-4B89-D11D-4ECC3BB1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328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7D99B-0564-5FCF-19A9-05C2FD1FD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D2EB3-F890-1161-B1FB-26D10D256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665FE-7871-AAF2-11C3-232C6B52D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75710-FF6D-479C-397F-0E831EE9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7AE9C-0058-CD2C-6B27-B7CA3E30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374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CAE1CC-42BC-2FFD-BE78-2CC17F904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3FA47-6E32-DEE3-1862-D122A41AB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BEF2A-1D2F-00C7-D99B-C858E3A85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5218A-3F87-4540-AA6D-9780A9A43E1A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47105-AC4E-3325-5626-650881E4B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3EF1B-5773-943B-896D-3CF9653EA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04B9C-7AB8-4820-95A8-94166359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431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ADD82C6-E545-50EB-CAA0-96B0034C3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253"/>
            <a:ext cx="12192000" cy="632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17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EA7F-4C6B-2C13-DF9E-2C388EADD5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C50FD-E61E-9DA7-BC11-99283ADA17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81901D-034D-144C-4721-AE0AF67BE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111"/>
            <a:ext cx="12192000" cy="632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546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F0C554-F826-00D5-7179-BB55D0C8C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564"/>
            <a:ext cx="12192000" cy="634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065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16B35C-5848-66D5-0C6B-943B83426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651"/>
            <a:ext cx="12192000" cy="640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63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EB28DF-0D90-98F6-2A67-7D8EAA269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305"/>
            <a:ext cx="12192000" cy="634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557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904F7F-AB5B-1FAB-70D4-EAA6CA7F5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991"/>
            <a:ext cx="12192000" cy="632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596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48E21B-7BC5-EE74-97B3-0EBB97A67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662"/>
            <a:ext cx="12192000" cy="626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10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4A4529-0A2A-E0B4-2266-6CBE31F1E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6756"/>
            <a:ext cx="12192000" cy="634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9719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Talib</dc:creator>
  <cp:lastModifiedBy>Abdul Talib</cp:lastModifiedBy>
  <cp:revision>1</cp:revision>
  <dcterms:created xsi:type="dcterms:W3CDTF">2026-02-21T09:34:45Z</dcterms:created>
  <dcterms:modified xsi:type="dcterms:W3CDTF">2026-02-21T09:39:02Z</dcterms:modified>
</cp:coreProperties>
</file>